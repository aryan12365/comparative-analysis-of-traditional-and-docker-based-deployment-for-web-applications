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3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824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8048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pic>
        <p:nvPicPr>
          <p:cNvPr id="3" name="Image 0" descr="/home/claude/chitkara_logo_cle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28600"/>
            <a:ext cx="1920972" cy="609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703924"/>
            <a:ext cx="9144000" cy="15407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2805" y="1127455"/>
            <a:ext cx="75767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of Research Paper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52805" y="1536192"/>
            <a:ext cx="75767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52805" y="1965960"/>
            <a:ext cx="757671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of Traditional and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Docker-Based Deployment for Web Applications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454250" y="3433572"/>
            <a:ext cx="394380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Gupta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47826" y="5273345"/>
            <a:ext cx="6264554" cy="846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3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Engineering,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FF3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University, Punjab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8048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pic>
        <p:nvPicPr>
          <p:cNvPr id="3" name="Image 0" descr="/home/claude/chitkara_logo_cle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28600"/>
            <a:ext cx="1920972" cy="609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703924"/>
            <a:ext cx="9144000" cy="15407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0"/>
            <a:ext cx="6217920" cy="838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503920" y="6703924"/>
            <a:ext cx="548640" cy="154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39216"/>
            <a:ext cx="8321040" cy="5500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has become the default tool for packaging and deploying applications — it removes the 'works on my machine' problem.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Linux-based performance consensus: Felter et al. (2015) from IBM Research confirmed &lt;5% overhead; Potdar et al. (2020) confirmed near-native CPU; Mavridis &amp; Karatza (2019) confirmed 20–30% memory savings.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studies exist but are limited: Sladovic et al. (2024) found only 6% overhead on WSL2 — but used C compilation benchmarks, not web workloads.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WSL2 virtual Ethernet bridge adds per-packet overhead only visible under concurrent HTTP requests — compilation does not exercise this path.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study measured Docker-on-WSL2 under high-concurrency web workloads on modern hybrid-core processors (Intel Alder Lake).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tests Docker-on-WSL2 specifically under concurrent web workloads across 4 experiments on Windows 11 + i5-12500H.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8048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pic>
        <p:nvPicPr>
          <p:cNvPr id="3" name="Image 0" descr="/home/claude/chitkara_logo_cle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28600"/>
            <a:ext cx="1920972" cy="609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703924"/>
            <a:ext cx="9144000" cy="15407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0"/>
            <a:ext cx="6217920" cy="838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503920" y="6703924"/>
            <a:ext cx="548640" cy="154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39216"/>
            <a:ext cx="8321040" cy="5500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Sladovic et al. (2024) tested Docker on WSL2 using C compilation benchmarks — found only 6% overhead. But compilation is single-pass with no sustained network traffic.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Sergeev et al. (2022) used arithmetic benchmarks — found marginal Windows/Linux differences. Same limitation: the virtual bridge was never continuously stressed.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WSL2's virtual Ethernet bridge adds per-packet overhead only visible under concurrent HTTP request load — invisible to prior benchmark choices.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specific gaps remain: (1) no WSL2 study used concurrent web workloads, (2) no study tested concurrency scaling 10–200 users.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predictions derived from combined literature: memory efficiency WILL transfer (cgroup is kernel-internal); latency WILL be worse than 6% (bridge overhead); startup WILL exceed Khan's 2.69x (Hyper-V heavier than HyperKit).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8048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pic>
        <p:nvPicPr>
          <p:cNvPr id="3" name="Image 0" descr="/home/claude/chitkara_logo_cle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28600"/>
            <a:ext cx="1920972" cy="609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703924"/>
            <a:ext cx="9144000" cy="15407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0"/>
            <a:ext cx="6217920" cy="838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503920" y="6703924"/>
            <a:ext cx="548640" cy="154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39216"/>
            <a:ext cx="8321040" cy="5500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detect whether the Linux-based Docker performance consensus holds on WSL2 under concurrent web application workloads.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 multi-experiment framework: startup time (5 cold starts), concurrency scaling (10–200 users), memory scaling (3 matrix sizes), sustained execution (5 cycles).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compare findings directly against 6 prior papers: Felter (2015), Mavridis (2019), Potdar (2020), Sladovic (2024), Khan (2026), Haruna (2022).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real performance measurements across Native Windows and Docker/WSL2 environments on Intel i5-12500H Alder Lake.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a precise trade-off profile: what WSL2 costs (58% latency, 7.46x startup) vs what it gains (25% memory, better CPU use, 47.7% faster setup).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understanding over traditional compilation benchmarks — revealing overhead that single-pass benchmarks cannot detect.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8048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pic>
        <p:nvPicPr>
          <p:cNvPr id="3" name="Image 0" descr="/home/claude/chitkara_logo_cle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28600"/>
            <a:ext cx="1920972" cy="609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703924"/>
            <a:ext cx="9144000" cy="15407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0"/>
            <a:ext cx="6217920" cy="838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503920" y="6703924"/>
            <a:ext cx="548640" cy="154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39216"/>
            <a:ext cx="8321040" cy="5500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Intel Core i5-12500H (Alder Lake — 4 P-cores + 8 E-cores = 16 threads), 16 GB DDR4, Windows 11 Pro, Docker Desktop v4.28 (WSL2 + Hyper-V), WSL2 cap: 7.51 GB.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stack: Python 3.9 + numpy 1.24 + flask 2.3 (Windows native). Docker stack: python:3.9-slim image with same libraries.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Workload: Flask web application serving concurrent matrix multiplication requests (float64) — stresses CPU and WSL2 virtual bridge simultaneously.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1: Startup time — 5 cold starts each (extends Khan 2026). Experiment 2: Concurrency scaling 10/50/100/200 users, 3 runs each (extends Potdar 2020).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3: Memory scaling at 500×500 / 1000×1000 / 2000×2000 matrices (extends Mavridis 2019). Experiment 4: Sustained execution 5 cycles under full load (tests Felter 2015 claim).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Measurement: time.perf_counter() | docker stats API (cumulative CPU across all threads) | typeperf (Windows) | psutil RSS (memory).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8048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pic>
        <p:nvPicPr>
          <p:cNvPr id="3" name="Image 0" descr="/home/claude/chitkara_logo_cle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28600"/>
            <a:ext cx="1920972" cy="609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703924"/>
            <a:ext cx="9144000" cy="15407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0"/>
            <a:ext cx="6217920" cy="838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503920" y="6703924"/>
            <a:ext cx="548640" cy="154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39216"/>
            <a:ext cx="1828800" cy="1097280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1123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58.1%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74320" y="1715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Latency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on WSL2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31720" y="1039216"/>
            <a:ext cx="1828800" cy="1097280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31720" y="11123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7.46x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331720" y="1715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Penalty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Khan's 2.69x macOS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89120" y="1039216"/>
            <a:ext cx="1828800" cy="1097280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0" y="11123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25.3%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389120" y="1715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Memory Savings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test conditions)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46520" y="1039216"/>
            <a:ext cx="1828800" cy="1097280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11123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1605%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446520" y="1715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CPU (all 16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threads) vs 92% Native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2273656"/>
            <a:ext cx="8321040" cy="4265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25.0%, 25.0%, 25.6%, 25.7% reduction across all 4 conditions — confirms Mavridis &amp; Karatza's 20–30% range on WSL2.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58.9% overhead consistent across 10–200 concurrent users — ~10x higher than Sladovic's 6% (workload-dependent difference, not contradiction).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Startup: 7.46x penalty on WSL2/Hyper-V vs Khan's 2.69x on macOS/HyperKit — WSL2 kernel initialization is heavier.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Linux CFS on WSL2 saturates all 16 Alder Lake threads (1605%); Windows NT throttles background processes to ~1 core (92%).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setup: Docker 47.7% faster (6.7 min vs 12.8 min) — layer caching confirmed on WSL2.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finding: Intel Thread Director (Windows) vs Linux CFS on hybrid P-core/E-core — not documented by any prior containerization study.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8048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pic>
        <p:nvPicPr>
          <p:cNvPr id="3" name="Image 0" descr="/home/claude/chitkara_logo_cle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28600"/>
            <a:ext cx="1920972" cy="609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703924"/>
            <a:ext cx="9144000" cy="15407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0"/>
            <a:ext cx="6217920" cy="838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503920" y="6703924"/>
            <a:ext cx="548640" cy="154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39216"/>
            <a:ext cx="8321040" cy="5500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Multi-experiment approach: 4 experiments across startup, concurrency scaling, memory scaling, and sustained execution — not a single benchmark.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Workload-appropriate: concurrent HTTP matrix requests continuously stress the WSL2 virtual Ethernet bridge — the exact path that compilation benchmarks skip.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Literature-driven: every finding explicitly compared against 6 prior paper predictions — confirms, contradicts, or extends each one.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contradicting results: explains why Sladovic found 6% and we found 58% — workload dependency of WSL2 bridge overhead.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CPU scheduler finding: Linux CFS achieves full Alder Lake hybrid-core saturation on WSL2; Windows NT does not for background workloads.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 guidance: concrete numbers (58% latency cost, 25% memory gain) for Windows developers making Docker-on-WSL2 decisions.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8048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pic>
        <p:nvPicPr>
          <p:cNvPr id="3" name="Image 0" descr="/home/claude/chitkara_logo_cle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28600"/>
            <a:ext cx="1920972" cy="609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703924"/>
            <a:ext cx="9144000" cy="15407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0"/>
            <a:ext cx="6217920" cy="838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503920" y="6703924"/>
            <a:ext cx="548640" cy="154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39216"/>
            <a:ext cx="8321040" cy="5500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Memory-constrained local development: 25.3% RAM savings on WSL2 — same as on native Linux, usable for local microservice hosting.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Compute-intensive batch workloads: Linux CFS on WSL2 achieves near-complete Alder Lake saturation — better multi-core use than native Windows scheduling.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deployment cycles: Docker layer caching gives 47.7% faster environment setup (6.7 min vs 12.8 min) on WSL2.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with known latency tolerance: 58% overhead is acceptable for background/batch services; not for latency-sensitive user-facing APIs.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engineering research: establishing which prior Linux-based Docker findings transfer to WSL2 and which do not.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DevOps teams: first multi-experiment, literature-backed characterization of Docker-on-WSL2 for informed CI/CD pipeline decisions.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8048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pic>
        <p:nvPicPr>
          <p:cNvPr id="3" name="Image 0" descr="/home/claude/chitkara_logo_cle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28600"/>
            <a:ext cx="1920972" cy="609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703924"/>
            <a:ext cx="9144000" cy="15407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0"/>
            <a:ext cx="6217920" cy="838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503920" y="6703924"/>
            <a:ext cx="548640" cy="154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39216"/>
            <a:ext cx="8321040" cy="5500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is compute-intensive only (matrix multiplication) — not representative of I/O-bound (PostgreSQL) or pure network-bound (file transfer) workloads.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sizes: 3–5 cycles per experiment — no standard deviation or confidence intervals reported; descriptive statistics only.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hardware platform: Intel i5-12500H Alder Lake on Windows 11 — results may differ on AMD, ARM, or older Intel symmetric-core architectures.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Linux baseline on the same physical hardware — WSL2 attribution relies on prior literature comparison (Felter 2015, Sladovic 2024).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Single-container only: Kubernetes orchestration, Kubelet overhead, and sidecar proxy costs not measured — may affect memory efficiency at scale.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to Docker Desktop v4.28 + WSL2 + Hyper-V — other WSL2 versions, Windows builds, or Docker configurations may yield different overhead.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8048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pic>
        <p:nvPicPr>
          <p:cNvPr id="3" name="Image 0" descr="/home/claude/chitkara_logo_cle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28600"/>
            <a:ext cx="1920972" cy="609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703924"/>
            <a:ext cx="9144000" cy="15407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0"/>
            <a:ext cx="6217920" cy="838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503920" y="6703924"/>
            <a:ext cx="548640" cy="154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39216"/>
            <a:ext cx="8321040" cy="5500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Docker-on-WSL2 does NOT perform as prior cross-platform studies suggested — the answer depends heavily on workload type.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Sladovic (2024) found 6%, Sergeev (2022) found marginal differences — both valid for their benchmarks. Our concurrent web workload found 58.1% — ~10x higher. This is workload dependency, not contradiction.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efficiency IS workload-independent and transfers fully: 25.3% average reduction confirms Mavridis &amp; Karatza's cgroup mechanism works in WSL2.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on WSL2 (7.46x) is significantly worse than macOS Docker Desktop (2.69x) — Hyper-V initialization is heavier than HyperKit.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finding was not predicted by any prior work: Linux CFS achieves near-complete saturation of all 16 Alder Lake threads; Windows NT cannot for background workloads.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summary: Docker-on-WSL2 costs ~58% latency under web load, gains 25% memory efficiency, 47.7% faster setup — a specific, knowable trade-off.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8048"/>
          </a:xfrm>
          <a:prstGeom prst="rect">
            <a:avLst/>
          </a:prstGeom>
          <a:solidFill>
            <a:srgbClr val="FF3200"/>
          </a:solidFill>
          <a:ln w="12700">
            <a:solidFill>
              <a:srgbClr val="FF3200"/>
            </a:solidFill>
            <a:prstDash val="solid"/>
          </a:ln>
        </p:spPr>
      </p:sp>
      <p:pic>
        <p:nvPicPr>
          <p:cNvPr id="3" name="Image 0" descr="/home/claude/chitkara_logo_cle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28600"/>
            <a:ext cx="1920972" cy="609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703924"/>
            <a:ext cx="9144000" cy="15407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03920" y="6703924"/>
            <a:ext cx="548640" cy="154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1460</Words>
  <Application>Microsoft Office PowerPoint</Application>
  <PresentationFormat>On-screen Show (4:3)</PresentationFormat>
  <Paragraphs>103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GUPTA</cp:lastModifiedBy>
  <cp:revision>2</cp:revision>
  <dcterms:created xsi:type="dcterms:W3CDTF">2026-05-05T11:29:42Z</dcterms:created>
  <dcterms:modified xsi:type="dcterms:W3CDTF">2026-05-05T13:16:05Z</dcterms:modified>
</cp:coreProperties>
</file>